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Inconsolata" pitchFamily="1" charset="0"/>
      <p:regular r:id="rId15"/>
    </p:embeddedFont>
    <p:embeddedFont>
      <p:font typeface="Inconsolata Bold" pitchFamily="1" charset="0"/>
      <p:bold r:id="rId16"/>
    </p:embeddedFont>
    <p:embeddedFont>
      <p:font typeface="Montserrat Black" panose="00000A00000000000000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CE4"/>
    <a:srgbClr val="151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24850-12D9-44A3-BB32-8530426AE561}" v="43" dt="2025-04-29T17:47:22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8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KUMAR SINGH" userId="c00a56aabce1c063" providerId="LiveId" clId="{9BB24850-12D9-44A3-BB32-8530426AE561}"/>
    <pc:docChg chg="undo redo custSel addSld delSld modSld sldOrd modMainMaster">
      <pc:chgData name="AMAN KUMAR SINGH" userId="c00a56aabce1c063" providerId="LiveId" clId="{9BB24850-12D9-44A3-BB32-8530426AE561}" dt="2025-04-29T17:24:14.251" v="561" actId="207"/>
      <pc:docMkLst>
        <pc:docMk/>
      </pc:docMkLst>
      <pc:sldChg chg="addSp delSp modSp mod">
        <pc:chgData name="AMAN KUMAR SINGH" userId="c00a56aabce1c063" providerId="LiveId" clId="{9BB24850-12D9-44A3-BB32-8530426AE561}" dt="2025-04-29T16:14:40.449" v="320" actId="1076"/>
        <pc:sldMkLst>
          <pc:docMk/>
          <pc:sldMk cId="0" sldId="256"/>
        </pc:sldMkLst>
        <pc:spChg chg="del mod">
          <ac:chgData name="AMAN KUMAR SINGH" userId="c00a56aabce1c063" providerId="LiveId" clId="{9BB24850-12D9-44A3-BB32-8530426AE561}" dt="2025-04-29T15:12:34.035" v="83" actId="478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AMAN KUMAR SINGH" userId="c00a56aabce1c063" providerId="LiveId" clId="{9BB24850-12D9-44A3-BB32-8530426AE561}" dt="2025-04-29T16:13:33.722" v="310" actId="207"/>
          <ac:spMkLst>
            <pc:docMk/>
            <pc:sldMk cId="0" sldId="256"/>
            <ac:spMk id="4" creationId="{29F98171-909E-1C3F-2B14-52645B36E06C}"/>
          </ac:spMkLst>
        </pc:spChg>
        <pc:spChg chg="mod">
          <ac:chgData name="AMAN KUMAR SINGH" userId="c00a56aabce1c063" providerId="LiveId" clId="{9BB24850-12D9-44A3-BB32-8530426AE561}" dt="2025-04-29T15:16:57.226" v="13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5:12:15.762" v="55" actId="14100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AMAN KUMAR SINGH" userId="c00a56aabce1c063" providerId="LiveId" clId="{9BB24850-12D9-44A3-BB32-8530426AE561}" dt="2025-04-29T15:11:24.075" v="15" actId="478"/>
          <ac:spMkLst>
            <pc:docMk/>
            <pc:sldMk cId="0" sldId="256"/>
            <ac:spMk id="11" creationId="{35FD9375-0CB0-9A54-4F77-9AAAD8504597}"/>
          </ac:spMkLst>
        </pc:spChg>
        <pc:grpChg chg="add mod">
          <ac:chgData name="AMAN KUMAR SINGH" userId="c00a56aabce1c063" providerId="LiveId" clId="{9BB24850-12D9-44A3-BB32-8530426AE561}" dt="2025-04-29T15:12:49.448" v="86" actId="164"/>
          <ac:grpSpMkLst>
            <pc:docMk/>
            <pc:sldMk cId="0" sldId="256"/>
            <ac:grpSpMk id="12" creationId="{E7AA4055-B51A-AEEF-CA3A-8819D2031B94}"/>
          </ac:grpSpMkLst>
        </pc:grpChg>
        <pc:picChg chg="del">
          <ac:chgData name="AMAN KUMAR SINGH" userId="c00a56aabce1c063" providerId="LiveId" clId="{9BB24850-12D9-44A3-BB32-8530426AE561}" dt="2025-04-29T15:11:59.154" v="28" actId="478"/>
          <ac:picMkLst>
            <pc:docMk/>
            <pc:sldMk cId="0" sldId="256"/>
            <ac:picMk id="7" creationId="{00000000-0000-0000-0000-000000000000}"/>
          </ac:picMkLst>
        </pc:picChg>
        <pc:picChg chg="add mod">
          <ac:chgData name="AMAN KUMAR SINGH" userId="c00a56aabce1c063" providerId="LiveId" clId="{9BB24850-12D9-44A3-BB32-8530426AE561}" dt="2025-04-29T16:14:40.449" v="320" actId="1076"/>
          <ac:picMkLst>
            <pc:docMk/>
            <pc:sldMk cId="0" sldId="256"/>
            <ac:picMk id="10" creationId="{A66D06A3-45B8-B2AD-B03C-5D8CFDF0162F}"/>
          </ac:picMkLst>
        </pc:picChg>
      </pc:sldChg>
      <pc:sldChg chg="addSp modSp mod">
        <pc:chgData name="AMAN KUMAR SINGH" userId="c00a56aabce1c063" providerId="LiveId" clId="{9BB24850-12D9-44A3-BB32-8530426AE561}" dt="2025-04-29T16:16:24.869" v="323" actId="20577"/>
        <pc:sldMkLst>
          <pc:docMk/>
          <pc:sldMk cId="0" sldId="258"/>
        </pc:sldMkLst>
        <pc:spChg chg="mod">
          <ac:chgData name="AMAN KUMAR SINGH" userId="c00a56aabce1c063" providerId="LiveId" clId="{9BB24850-12D9-44A3-BB32-8530426AE561}" dt="2025-04-29T15:13:29.967" v="8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6:16:24.869" v="323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5:13:37.448" v="95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5:13:41.431" v="98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5:13:54.086" v="107" actId="20577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AMAN KUMAR SINGH" userId="c00a56aabce1c063" providerId="LiveId" clId="{9BB24850-12D9-44A3-BB32-8530426AE561}" dt="2025-04-29T16:13:44.384" v="311"/>
          <ac:spMkLst>
            <pc:docMk/>
            <pc:sldMk cId="0" sldId="258"/>
            <ac:spMk id="13" creationId="{6E718DF1-DD48-3B5E-BCD0-08852AEDD9C6}"/>
          </ac:spMkLst>
        </pc:spChg>
      </pc:sldChg>
      <pc:sldChg chg="addSp delSp modSp mod">
        <pc:chgData name="AMAN KUMAR SINGH" userId="c00a56aabce1c063" providerId="LiveId" clId="{9BB24850-12D9-44A3-BB32-8530426AE561}" dt="2025-04-29T16:21:53.124" v="374" actId="478"/>
        <pc:sldMkLst>
          <pc:docMk/>
          <pc:sldMk cId="0" sldId="259"/>
        </pc:sldMkLst>
        <pc:spChg chg="del">
          <ac:chgData name="AMAN KUMAR SINGH" userId="c00a56aabce1c063" providerId="LiveId" clId="{9BB24850-12D9-44A3-BB32-8530426AE561}" dt="2025-04-29T15:14:42.995" v="113" actId="478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AMAN KUMAR SINGH" userId="c00a56aabce1c063" providerId="LiveId" clId="{9BB24850-12D9-44A3-BB32-8530426AE561}" dt="2025-04-29T16:13:48.365" v="312"/>
          <ac:spMkLst>
            <pc:docMk/>
            <pc:sldMk cId="0" sldId="259"/>
            <ac:spMk id="4" creationId="{006C2882-38CF-7E13-21AE-5BD1B744EC91}"/>
          </ac:spMkLst>
        </pc:spChg>
        <pc:spChg chg="del">
          <ac:chgData name="AMAN KUMAR SINGH" userId="c00a56aabce1c063" providerId="LiveId" clId="{9BB24850-12D9-44A3-BB32-8530426AE561}" dt="2025-04-29T15:14:45.706" v="115" actId="478"/>
          <ac:spMkLst>
            <pc:docMk/>
            <pc:sldMk cId="0" sldId="259"/>
            <ac:spMk id="8" creationId="{00000000-0000-0000-0000-000000000000}"/>
          </ac:spMkLst>
        </pc:spChg>
        <pc:spChg chg="add del">
          <ac:chgData name="AMAN KUMAR SINGH" userId="c00a56aabce1c063" providerId="LiveId" clId="{9BB24850-12D9-44A3-BB32-8530426AE561}" dt="2025-04-29T16:20:09.617" v="344" actId="22"/>
          <ac:spMkLst>
            <pc:docMk/>
            <pc:sldMk cId="0" sldId="259"/>
            <ac:spMk id="8" creationId="{F8C07D77-3CB9-8FF2-DC69-FD0F7B7C8EB3}"/>
          </ac:spMkLst>
        </pc:spChg>
        <pc:spChg chg="add del mod">
          <ac:chgData name="AMAN KUMAR SINGH" userId="c00a56aabce1c063" providerId="LiveId" clId="{9BB24850-12D9-44A3-BB32-8530426AE561}" dt="2025-04-29T16:21:49.102" v="373" actId="478"/>
          <ac:spMkLst>
            <pc:docMk/>
            <pc:sldMk cId="0" sldId="259"/>
            <ac:spMk id="9" creationId="{77D720C8-112D-BABB-C922-C5B94934C815}"/>
          </ac:spMkLst>
        </pc:spChg>
        <pc:spChg chg="del">
          <ac:chgData name="AMAN KUMAR SINGH" userId="c00a56aabce1c063" providerId="LiveId" clId="{9BB24850-12D9-44A3-BB32-8530426AE561}" dt="2025-04-29T15:14:48.515" v="117" actId="478"/>
          <ac:spMkLst>
            <pc:docMk/>
            <pc:sldMk cId="0" sldId="259"/>
            <ac:spMk id="12" creationId="{00000000-0000-0000-0000-000000000000}"/>
          </ac:spMkLst>
        </pc:spChg>
        <pc:spChg chg="add mod">
          <ac:chgData name="AMAN KUMAR SINGH" userId="c00a56aabce1c063" providerId="LiveId" clId="{9BB24850-12D9-44A3-BB32-8530426AE561}" dt="2025-04-29T16:20:56.205" v="349" actId="1076"/>
          <ac:spMkLst>
            <pc:docMk/>
            <pc:sldMk cId="0" sldId="259"/>
            <ac:spMk id="12" creationId="{BDE662B3-3ED6-B842-AB57-3155F258A31D}"/>
          </ac:spMkLst>
        </pc:spChg>
        <pc:spChg chg="mod">
          <ac:chgData name="AMAN KUMAR SINGH" userId="c00a56aabce1c063" providerId="LiveId" clId="{9BB24850-12D9-44A3-BB32-8530426AE561}" dt="2025-04-29T16:21:19.991" v="370" actId="20577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AMAN KUMAR SINGH" userId="c00a56aabce1c063" providerId="LiveId" clId="{9BB24850-12D9-44A3-BB32-8530426AE561}" dt="2025-04-29T16:21:53.124" v="374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AMAN KUMAR SINGH" userId="c00a56aabce1c063" providerId="LiveId" clId="{9BB24850-12D9-44A3-BB32-8530426AE561}" dt="2025-04-29T15:14:40.075" v="111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AMAN KUMAR SINGH" userId="c00a56aabce1c063" providerId="LiveId" clId="{9BB24850-12D9-44A3-BB32-8530426AE561}" dt="2025-04-29T15:14:32.829" v="108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AMAN KUMAR SINGH" userId="c00a56aabce1c063" providerId="LiveId" clId="{9BB24850-12D9-44A3-BB32-8530426AE561}" dt="2025-04-29T15:14:35.771" v="109" actId="478"/>
          <ac:spMkLst>
            <pc:docMk/>
            <pc:sldMk cId="0" sldId="259"/>
            <ac:spMk id="19" creationId="{00000000-0000-0000-0000-000000000000}"/>
          </ac:spMkLst>
        </pc:spChg>
        <pc:picChg chg="del">
          <ac:chgData name="AMAN KUMAR SINGH" userId="c00a56aabce1c063" providerId="LiveId" clId="{9BB24850-12D9-44A3-BB32-8530426AE561}" dt="2025-04-29T15:14:41.840" v="112" actId="478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AMAN KUMAR SINGH" userId="c00a56aabce1c063" providerId="LiveId" clId="{9BB24850-12D9-44A3-BB32-8530426AE561}" dt="2025-04-29T15:14:44.677" v="114" actId="478"/>
          <ac:picMkLst>
            <pc:docMk/>
            <pc:sldMk cId="0" sldId="259"/>
            <ac:picMk id="9" creationId="{00000000-0000-0000-0000-000000000000}"/>
          </ac:picMkLst>
        </pc:picChg>
        <pc:picChg chg="del">
          <ac:chgData name="AMAN KUMAR SINGH" userId="c00a56aabce1c063" providerId="LiveId" clId="{9BB24850-12D9-44A3-BB32-8530426AE561}" dt="2025-04-29T15:14:47.429" v="116" actId="478"/>
          <ac:picMkLst>
            <pc:docMk/>
            <pc:sldMk cId="0" sldId="259"/>
            <ac:picMk id="13" creationId="{00000000-0000-0000-0000-000000000000}"/>
          </ac:picMkLst>
        </pc:picChg>
        <pc:picChg chg="del">
          <ac:chgData name="AMAN KUMAR SINGH" userId="c00a56aabce1c063" providerId="LiveId" clId="{9BB24850-12D9-44A3-BB32-8530426AE561}" dt="2025-04-29T15:14:37.833" v="110" actId="478"/>
          <ac:picMkLst>
            <pc:docMk/>
            <pc:sldMk cId="0" sldId="259"/>
            <ac:picMk id="17" creationId="{00000000-0000-0000-0000-000000000000}"/>
          </ac:picMkLst>
        </pc:picChg>
      </pc:sldChg>
      <pc:sldChg chg="addSp modSp mod">
        <pc:chgData name="AMAN KUMAR SINGH" userId="c00a56aabce1c063" providerId="LiveId" clId="{9BB24850-12D9-44A3-BB32-8530426AE561}" dt="2025-04-29T16:28:00.940" v="448" actId="20577"/>
        <pc:sldMkLst>
          <pc:docMk/>
          <pc:sldMk cId="0" sldId="260"/>
        </pc:sldMkLst>
        <pc:spChg chg="mod">
          <ac:chgData name="AMAN KUMAR SINGH" userId="c00a56aabce1c063" providerId="LiveId" clId="{9BB24850-12D9-44A3-BB32-8530426AE561}" dt="2025-04-29T16:25:07.726" v="419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6:25:43.598" v="438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6:28:00.940" v="448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6:23:20.012" v="395" actId="164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AMAN KUMAR SINGH" userId="c00a56aabce1c063" providerId="LiveId" clId="{9BB24850-12D9-44A3-BB32-8530426AE561}" dt="2025-04-29T16:13:51.112" v="313"/>
          <ac:spMkLst>
            <pc:docMk/>
            <pc:sldMk cId="0" sldId="260"/>
            <ac:spMk id="6" creationId="{8DB17034-F6D5-9D8D-5232-81DB2E6BAEBD}"/>
          </ac:spMkLst>
        </pc:spChg>
        <pc:grpChg chg="add mod">
          <ac:chgData name="AMAN KUMAR SINGH" userId="c00a56aabce1c063" providerId="LiveId" clId="{9BB24850-12D9-44A3-BB32-8530426AE561}" dt="2025-04-29T16:25:14.253" v="420" actId="1076"/>
          <ac:grpSpMkLst>
            <pc:docMk/>
            <pc:sldMk cId="0" sldId="260"/>
            <ac:grpSpMk id="7" creationId="{B7FD9956-39D7-DBB0-FC6B-6D0FA3F99EFE}"/>
          </ac:grpSpMkLst>
        </pc:grpChg>
      </pc:sldChg>
      <pc:sldChg chg="modSp mod">
        <pc:chgData name="AMAN KUMAR SINGH" userId="c00a56aabce1c063" providerId="LiveId" clId="{9BB24850-12D9-44A3-BB32-8530426AE561}" dt="2025-04-29T16:42:35.421" v="484"/>
        <pc:sldMkLst>
          <pc:docMk/>
          <pc:sldMk cId="0" sldId="261"/>
        </pc:sldMkLst>
        <pc:spChg chg="mod">
          <ac:chgData name="AMAN KUMAR SINGH" userId="c00a56aabce1c063" providerId="LiveId" clId="{9BB24850-12D9-44A3-BB32-8530426AE561}" dt="2025-04-29T16:42:35.421" v="484"/>
          <ac:spMkLst>
            <pc:docMk/>
            <pc:sldMk cId="0" sldId="261"/>
            <ac:spMk id="9" creationId="{00000000-0000-0000-0000-000000000000}"/>
          </ac:spMkLst>
        </pc:spChg>
      </pc:sldChg>
      <pc:sldChg chg="addSp modSp">
        <pc:chgData name="AMAN KUMAR SINGH" userId="c00a56aabce1c063" providerId="LiveId" clId="{9BB24850-12D9-44A3-BB32-8530426AE561}" dt="2025-04-29T16:13:54.992" v="314"/>
        <pc:sldMkLst>
          <pc:docMk/>
          <pc:sldMk cId="0" sldId="262"/>
        </pc:sldMkLst>
        <pc:spChg chg="add mod">
          <ac:chgData name="AMAN KUMAR SINGH" userId="c00a56aabce1c063" providerId="LiveId" clId="{9BB24850-12D9-44A3-BB32-8530426AE561}" dt="2025-04-29T16:13:54.992" v="314"/>
          <ac:spMkLst>
            <pc:docMk/>
            <pc:sldMk cId="0" sldId="262"/>
            <ac:spMk id="10" creationId="{9EF02157-3DF7-0CB5-D02D-22945A2042C5}"/>
          </ac:spMkLst>
        </pc:spChg>
      </pc:sldChg>
      <pc:sldChg chg="addSp modSp">
        <pc:chgData name="AMAN KUMAR SINGH" userId="c00a56aabce1c063" providerId="LiveId" clId="{9BB24850-12D9-44A3-BB32-8530426AE561}" dt="2025-04-29T16:14:00.733" v="315"/>
        <pc:sldMkLst>
          <pc:docMk/>
          <pc:sldMk cId="0" sldId="263"/>
        </pc:sldMkLst>
        <pc:spChg chg="add mod">
          <ac:chgData name="AMAN KUMAR SINGH" userId="c00a56aabce1c063" providerId="LiveId" clId="{9BB24850-12D9-44A3-BB32-8530426AE561}" dt="2025-04-29T16:14:00.733" v="315"/>
          <ac:spMkLst>
            <pc:docMk/>
            <pc:sldMk cId="0" sldId="263"/>
            <ac:spMk id="8" creationId="{27B9A41E-5405-EAD3-CD9D-93E0ED537321}"/>
          </ac:spMkLst>
        </pc:spChg>
      </pc:sldChg>
      <pc:sldChg chg="addSp modSp mod">
        <pc:chgData name="AMAN KUMAR SINGH" userId="c00a56aabce1c063" providerId="LiveId" clId="{9BB24850-12D9-44A3-BB32-8530426AE561}" dt="2025-04-29T16:14:02.664" v="316"/>
        <pc:sldMkLst>
          <pc:docMk/>
          <pc:sldMk cId="0" sldId="264"/>
        </pc:sldMkLst>
        <pc:spChg chg="mod">
          <ac:chgData name="AMAN KUMAR SINGH" userId="c00a56aabce1c063" providerId="LiveId" clId="{9BB24850-12D9-44A3-BB32-8530426AE561}" dt="2025-04-29T15:16:14.922" v="12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MAN KUMAR SINGH" userId="c00a56aabce1c063" providerId="LiveId" clId="{9BB24850-12D9-44A3-BB32-8530426AE561}" dt="2025-04-29T15:16:29.444" v="129" actId="1076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AMAN KUMAR SINGH" userId="c00a56aabce1c063" providerId="LiveId" clId="{9BB24850-12D9-44A3-BB32-8530426AE561}" dt="2025-04-29T16:14:02.664" v="316"/>
          <ac:spMkLst>
            <pc:docMk/>
            <pc:sldMk cId="0" sldId="264"/>
            <ac:spMk id="7" creationId="{3F9B3472-D025-F600-4D32-E0E34E452093}"/>
          </ac:spMkLst>
        </pc:spChg>
      </pc:sldChg>
      <pc:sldChg chg="addSp delSp modSp add mod">
        <pc:chgData name="AMAN KUMAR SINGH" userId="c00a56aabce1c063" providerId="LiveId" clId="{9BB24850-12D9-44A3-BB32-8530426AE561}" dt="2025-04-29T16:14:11.133" v="318" actId="166"/>
        <pc:sldMkLst>
          <pc:docMk/>
          <pc:sldMk cId="1048049026" sldId="265"/>
        </pc:sldMkLst>
        <pc:spChg chg="mod">
          <ac:chgData name="AMAN KUMAR SINGH" userId="c00a56aabce1c063" providerId="LiveId" clId="{9BB24850-12D9-44A3-BB32-8530426AE561}" dt="2025-04-29T15:32:02.535" v="188" actId="1076"/>
          <ac:spMkLst>
            <pc:docMk/>
            <pc:sldMk cId="1048049026" sldId="265"/>
            <ac:spMk id="2" creationId="{65FA34B6-820D-F99E-1AEB-4DD8C372E1EC}"/>
          </ac:spMkLst>
        </pc:spChg>
        <pc:spChg chg="del">
          <ac:chgData name="AMAN KUMAR SINGH" userId="c00a56aabce1c063" providerId="LiveId" clId="{9BB24850-12D9-44A3-BB32-8530426AE561}" dt="2025-04-29T15:32:13.780" v="189" actId="478"/>
          <ac:spMkLst>
            <pc:docMk/>
            <pc:sldMk cId="1048049026" sldId="265"/>
            <ac:spMk id="3" creationId="{C5741AF8-08DD-FC3D-9CF8-5167FBBBB009}"/>
          </ac:spMkLst>
        </pc:spChg>
        <pc:spChg chg="del">
          <ac:chgData name="AMAN KUMAR SINGH" userId="c00a56aabce1c063" providerId="LiveId" clId="{9BB24850-12D9-44A3-BB32-8530426AE561}" dt="2025-04-29T15:32:17.157" v="190" actId="478"/>
          <ac:spMkLst>
            <pc:docMk/>
            <pc:sldMk cId="1048049026" sldId="265"/>
            <ac:spMk id="4" creationId="{6999E93D-CC3C-A655-D177-6C9DF361FFAF}"/>
          </ac:spMkLst>
        </pc:spChg>
        <pc:spChg chg="del">
          <ac:chgData name="AMAN KUMAR SINGH" userId="c00a56aabce1c063" providerId="LiveId" clId="{9BB24850-12D9-44A3-BB32-8530426AE561}" dt="2025-04-29T15:32:21.473" v="191" actId="478"/>
          <ac:spMkLst>
            <pc:docMk/>
            <pc:sldMk cId="1048049026" sldId="265"/>
            <ac:spMk id="5" creationId="{3DC5B14D-5318-0742-C941-A153EBCFEA0A}"/>
          </ac:spMkLst>
        </pc:spChg>
        <pc:spChg chg="del">
          <ac:chgData name="AMAN KUMAR SINGH" userId="c00a56aabce1c063" providerId="LiveId" clId="{9BB24850-12D9-44A3-BB32-8530426AE561}" dt="2025-04-29T15:32:24.484" v="192" actId="478"/>
          <ac:spMkLst>
            <pc:docMk/>
            <pc:sldMk cId="1048049026" sldId="265"/>
            <ac:spMk id="6" creationId="{B4845A47-E515-525C-96EB-4598F91BD477}"/>
          </ac:spMkLst>
        </pc:spChg>
        <pc:spChg chg="add mod">
          <ac:chgData name="AMAN KUMAR SINGH" userId="c00a56aabce1c063" providerId="LiveId" clId="{9BB24850-12D9-44A3-BB32-8530426AE561}" dt="2025-04-29T15:20:27.533" v="165" actId="164"/>
          <ac:spMkLst>
            <pc:docMk/>
            <pc:sldMk cId="1048049026" sldId="265"/>
            <ac:spMk id="7" creationId="{E4217119-F4F8-D836-1E01-2AEE67DA0C98}"/>
          </ac:spMkLst>
        </pc:spChg>
        <pc:spChg chg="add mod">
          <ac:chgData name="AMAN KUMAR SINGH" userId="c00a56aabce1c063" providerId="LiveId" clId="{9BB24850-12D9-44A3-BB32-8530426AE561}" dt="2025-04-29T15:20:27.533" v="165" actId="164"/>
          <ac:spMkLst>
            <pc:docMk/>
            <pc:sldMk cId="1048049026" sldId="265"/>
            <ac:spMk id="8" creationId="{6D6047FC-2CC0-5004-EDF7-430CA444A737}"/>
          </ac:spMkLst>
        </pc:spChg>
        <pc:spChg chg="add mod">
          <ac:chgData name="AMAN KUMAR SINGH" userId="c00a56aabce1c063" providerId="LiveId" clId="{9BB24850-12D9-44A3-BB32-8530426AE561}" dt="2025-04-29T16:14:05.290" v="317"/>
          <ac:spMkLst>
            <pc:docMk/>
            <pc:sldMk cId="1048049026" sldId="265"/>
            <ac:spMk id="12" creationId="{2F35E06C-221B-A258-A64E-533C3C798809}"/>
          </ac:spMkLst>
        </pc:spChg>
        <pc:grpChg chg="add del mod">
          <ac:chgData name="AMAN KUMAR SINGH" userId="c00a56aabce1c063" providerId="LiveId" clId="{9BB24850-12D9-44A3-BB32-8530426AE561}" dt="2025-04-29T15:32:29.741" v="193" actId="21"/>
          <ac:grpSpMkLst>
            <pc:docMk/>
            <pc:sldMk cId="1048049026" sldId="265"/>
            <ac:grpSpMk id="9" creationId="{7D9F008D-7E68-8BC6-5859-502B4DA4CEE0}"/>
          </ac:grpSpMkLst>
        </pc:grpChg>
        <pc:picChg chg="add mod ord">
          <ac:chgData name="AMAN KUMAR SINGH" userId="c00a56aabce1c063" providerId="LiveId" clId="{9BB24850-12D9-44A3-BB32-8530426AE561}" dt="2025-04-29T16:14:11.133" v="318" actId="166"/>
          <ac:picMkLst>
            <pc:docMk/>
            <pc:sldMk cId="1048049026" sldId="265"/>
            <ac:picMk id="11" creationId="{E78E10CF-C525-A9DA-74ED-C8C0656B1BFE}"/>
          </ac:picMkLst>
        </pc:picChg>
      </pc:sldChg>
      <pc:sldChg chg="addSp delSp modSp add mod">
        <pc:chgData name="AMAN KUMAR SINGH" userId="c00a56aabce1c063" providerId="LiveId" clId="{9BB24850-12D9-44A3-BB32-8530426AE561}" dt="2025-04-29T17:24:14.251" v="561" actId="207"/>
        <pc:sldMkLst>
          <pc:docMk/>
          <pc:sldMk cId="649189947" sldId="266"/>
        </pc:sldMkLst>
        <pc:spChg chg="del">
          <ac:chgData name="AMAN KUMAR SINGH" userId="c00a56aabce1c063" providerId="LiveId" clId="{9BB24850-12D9-44A3-BB32-8530426AE561}" dt="2025-04-29T15:32:43.470" v="195" actId="478"/>
          <ac:spMkLst>
            <pc:docMk/>
            <pc:sldMk cId="649189947" sldId="266"/>
            <ac:spMk id="2" creationId="{FD513C62-8575-B7CC-BC1D-674D2F278B5B}"/>
          </ac:spMkLst>
        </pc:spChg>
        <pc:spChg chg="mod">
          <ac:chgData name="AMAN KUMAR SINGH" userId="c00a56aabce1c063" providerId="LiveId" clId="{9BB24850-12D9-44A3-BB32-8530426AE561}" dt="2025-04-29T15:33:41.977" v="204"/>
          <ac:spMkLst>
            <pc:docMk/>
            <pc:sldMk cId="649189947" sldId="266"/>
            <ac:spMk id="4" creationId="{56E03F72-CFF0-409B-DB3E-65C6A1EF592D}"/>
          </ac:spMkLst>
        </pc:spChg>
        <pc:spChg chg="mod">
          <ac:chgData name="AMAN KUMAR SINGH" userId="c00a56aabce1c063" providerId="LiveId" clId="{9BB24850-12D9-44A3-BB32-8530426AE561}" dt="2025-04-29T15:33:41.977" v="204"/>
          <ac:spMkLst>
            <pc:docMk/>
            <pc:sldMk cId="649189947" sldId="266"/>
            <ac:spMk id="5" creationId="{62CC006B-6BE1-EF99-C54D-4DA17A812710}"/>
          </ac:spMkLst>
        </pc:spChg>
        <pc:spChg chg="mod">
          <ac:chgData name="AMAN KUMAR SINGH" userId="c00a56aabce1c063" providerId="LiveId" clId="{9BB24850-12D9-44A3-BB32-8530426AE561}" dt="2025-04-29T15:44:31.948" v="304" actId="115"/>
          <ac:spMkLst>
            <pc:docMk/>
            <pc:sldMk cId="649189947" sldId="266"/>
            <ac:spMk id="7" creationId="{E4217119-F4F8-D836-1E01-2AEE67DA0C98}"/>
          </ac:spMkLst>
        </pc:spChg>
        <pc:spChg chg="mod">
          <ac:chgData name="AMAN KUMAR SINGH" userId="c00a56aabce1c063" providerId="LiveId" clId="{9BB24850-12D9-44A3-BB32-8530426AE561}" dt="2025-04-29T15:32:44.456" v="196"/>
          <ac:spMkLst>
            <pc:docMk/>
            <pc:sldMk cId="649189947" sldId="266"/>
            <ac:spMk id="8" creationId="{6D6047FC-2CC0-5004-EDF7-430CA444A737}"/>
          </ac:spMkLst>
        </pc:spChg>
        <pc:spChg chg="mod">
          <ac:chgData name="AMAN KUMAR SINGH" userId="c00a56aabce1c063" providerId="LiveId" clId="{9BB24850-12D9-44A3-BB32-8530426AE561}" dt="2025-04-29T15:33:47.944" v="205"/>
          <ac:spMkLst>
            <pc:docMk/>
            <pc:sldMk cId="649189947" sldId="266"/>
            <ac:spMk id="10" creationId="{5DA0EA9E-A616-AA08-0D79-EB3FBD76D0E1}"/>
          </ac:spMkLst>
        </pc:spChg>
        <pc:spChg chg="mod">
          <ac:chgData name="AMAN KUMAR SINGH" userId="c00a56aabce1c063" providerId="LiveId" clId="{9BB24850-12D9-44A3-BB32-8530426AE561}" dt="2025-04-29T15:33:47.944" v="205"/>
          <ac:spMkLst>
            <pc:docMk/>
            <pc:sldMk cId="649189947" sldId="266"/>
            <ac:spMk id="11" creationId="{873465D5-19E2-0BE9-94B2-05B88D9D27F1}"/>
          </ac:spMkLst>
        </pc:spChg>
        <pc:spChg chg="del mod topLvl">
          <ac:chgData name="AMAN KUMAR SINGH" userId="c00a56aabce1c063" providerId="LiveId" clId="{9BB24850-12D9-44A3-BB32-8530426AE561}" dt="2025-04-29T15:36:31.756" v="232" actId="478"/>
          <ac:spMkLst>
            <pc:docMk/>
            <pc:sldMk cId="649189947" sldId="266"/>
            <ac:spMk id="13" creationId="{31BE633E-079B-6D2A-BDFF-4FAE74ECB73D}"/>
          </ac:spMkLst>
        </pc:spChg>
        <pc:spChg chg="del mod topLvl">
          <ac:chgData name="AMAN KUMAR SINGH" userId="c00a56aabce1c063" providerId="LiveId" clId="{9BB24850-12D9-44A3-BB32-8530426AE561}" dt="2025-04-29T15:36:33.373" v="233" actId="478"/>
          <ac:spMkLst>
            <pc:docMk/>
            <pc:sldMk cId="649189947" sldId="266"/>
            <ac:spMk id="14" creationId="{A54E40C4-FC70-7CB5-6344-3FF480570A69}"/>
          </ac:spMkLst>
        </pc:spChg>
        <pc:spChg chg="add mod">
          <ac:chgData name="AMAN KUMAR SINGH" userId="c00a56aabce1c063" providerId="LiveId" clId="{9BB24850-12D9-44A3-BB32-8530426AE561}" dt="2025-04-29T15:45:07.419" v="307" actId="207"/>
          <ac:spMkLst>
            <pc:docMk/>
            <pc:sldMk cId="649189947" sldId="266"/>
            <ac:spMk id="15" creationId="{56A7DC51-265D-D060-4646-EC784F6700B5}"/>
          </ac:spMkLst>
        </pc:spChg>
        <pc:spChg chg="add mod">
          <ac:chgData name="AMAN KUMAR SINGH" userId="c00a56aabce1c063" providerId="LiveId" clId="{9BB24850-12D9-44A3-BB32-8530426AE561}" dt="2025-04-29T15:38:32.737" v="255" actId="164"/>
          <ac:spMkLst>
            <pc:docMk/>
            <pc:sldMk cId="649189947" sldId="266"/>
            <ac:spMk id="16" creationId="{2FD9C0DD-98B6-DF4E-815D-846CF2152CCF}"/>
          </ac:spMkLst>
        </pc:spChg>
        <pc:spChg chg="add mod">
          <ac:chgData name="AMAN KUMAR SINGH" userId="c00a56aabce1c063" providerId="LiveId" clId="{9BB24850-12D9-44A3-BB32-8530426AE561}" dt="2025-04-29T15:37:41.285" v="245"/>
          <ac:spMkLst>
            <pc:docMk/>
            <pc:sldMk cId="649189947" sldId="266"/>
            <ac:spMk id="17" creationId="{A66850ED-7472-DE1D-1BE1-8FF9A09FC133}"/>
          </ac:spMkLst>
        </pc:spChg>
        <pc:spChg chg="mod">
          <ac:chgData name="AMAN KUMAR SINGH" userId="c00a56aabce1c063" providerId="LiveId" clId="{9BB24850-12D9-44A3-BB32-8530426AE561}" dt="2025-04-29T15:38:33.983" v="256"/>
          <ac:spMkLst>
            <pc:docMk/>
            <pc:sldMk cId="649189947" sldId="266"/>
            <ac:spMk id="20" creationId="{05B42588-A584-3831-861D-AC154F5ED5BB}"/>
          </ac:spMkLst>
        </pc:spChg>
        <pc:spChg chg="mod">
          <ac:chgData name="AMAN KUMAR SINGH" userId="c00a56aabce1c063" providerId="LiveId" clId="{9BB24850-12D9-44A3-BB32-8530426AE561}" dt="2025-04-29T15:38:33.983" v="256"/>
          <ac:spMkLst>
            <pc:docMk/>
            <pc:sldMk cId="649189947" sldId="266"/>
            <ac:spMk id="21" creationId="{7CD4ABF2-5A4E-0CCA-C7A3-AD0CFB03FC0E}"/>
          </ac:spMkLst>
        </pc:spChg>
        <pc:spChg chg="mod">
          <ac:chgData name="AMAN KUMAR SINGH" userId="c00a56aabce1c063" providerId="LiveId" clId="{9BB24850-12D9-44A3-BB32-8530426AE561}" dt="2025-04-29T17:24:14.251" v="561" actId="207"/>
          <ac:spMkLst>
            <pc:docMk/>
            <pc:sldMk cId="649189947" sldId="266"/>
            <ac:spMk id="23" creationId="{2FA55EA3-ED0D-32DD-4602-1BBE3950EDB7}"/>
          </ac:spMkLst>
        </pc:spChg>
        <pc:spChg chg="mod">
          <ac:chgData name="AMAN KUMAR SINGH" userId="c00a56aabce1c063" providerId="LiveId" clId="{9BB24850-12D9-44A3-BB32-8530426AE561}" dt="2025-04-29T15:38:38.119" v="257"/>
          <ac:spMkLst>
            <pc:docMk/>
            <pc:sldMk cId="649189947" sldId="266"/>
            <ac:spMk id="24" creationId="{2D540B85-5DCA-EDA1-C805-6135C1B300B7}"/>
          </ac:spMkLst>
        </pc:spChg>
        <pc:spChg chg="add mod">
          <ac:chgData name="AMAN KUMAR SINGH" userId="c00a56aabce1c063" providerId="LiveId" clId="{9BB24850-12D9-44A3-BB32-8530426AE561}" dt="2025-04-29T16:14:14.637" v="319"/>
          <ac:spMkLst>
            <pc:docMk/>
            <pc:sldMk cId="649189947" sldId="266"/>
            <ac:spMk id="25" creationId="{FF34B7DD-E80D-2312-7801-35064E979CB7}"/>
          </ac:spMkLst>
        </pc:spChg>
        <pc:grpChg chg="add mod">
          <ac:chgData name="AMAN KUMAR SINGH" userId="c00a56aabce1c063" providerId="LiveId" clId="{9BB24850-12D9-44A3-BB32-8530426AE561}" dt="2025-04-29T15:33:41.977" v="204"/>
          <ac:grpSpMkLst>
            <pc:docMk/>
            <pc:sldMk cId="649189947" sldId="266"/>
            <ac:grpSpMk id="3" creationId="{8AD98A1A-D07E-1802-1037-DF0773552368}"/>
          </ac:grpSpMkLst>
        </pc:grpChg>
        <pc:grpChg chg="add mod">
          <ac:chgData name="AMAN KUMAR SINGH" userId="c00a56aabce1c063" providerId="LiveId" clId="{9BB24850-12D9-44A3-BB32-8530426AE561}" dt="2025-04-29T15:33:47.944" v="205"/>
          <ac:grpSpMkLst>
            <pc:docMk/>
            <pc:sldMk cId="649189947" sldId="266"/>
            <ac:grpSpMk id="6" creationId="{EBB57CEA-5240-19EC-365C-6A9A87B98B36}"/>
          </ac:grpSpMkLst>
        </pc:grpChg>
        <pc:grpChg chg="add mod">
          <ac:chgData name="AMAN KUMAR SINGH" userId="c00a56aabce1c063" providerId="LiveId" clId="{9BB24850-12D9-44A3-BB32-8530426AE561}" dt="2025-04-29T15:40:36.874" v="286" actId="14100"/>
          <ac:grpSpMkLst>
            <pc:docMk/>
            <pc:sldMk cId="649189947" sldId="266"/>
            <ac:grpSpMk id="9" creationId="{7D9F008D-7E68-8BC6-5859-502B4DA4CEE0}"/>
          </ac:grpSpMkLst>
        </pc:grpChg>
        <pc:grpChg chg="add del mod">
          <ac:chgData name="AMAN KUMAR SINGH" userId="c00a56aabce1c063" providerId="LiveId" clId="{9BB24850-12D9-44A3-BB32-8530426AE561}" dt="2025-04-29T15:36:31.756" v="232" actId="478"/>
          <ac:grpSpMkLst>
            <pc:docMk/>
            <pc:sldMk cId="649189947" sldId="266"/>
            <ac:grpSpMk id="12" creationId="{A14542A5-C47C-A14E-E0BA-C9FA82125B74}"/>
          </ac:grpSpMkLst>
        </pc:grpChg>
        <pc:grpChg chg="add mod">
          <ac:chgData name="AMAN KUMAR SINGH" userId="c00a56aabce1c063" providerId="LiveId" clId="{9BB24850-12D9-44A3-BB32-8530426AE561}" dt="2025-04-29T15:40:36.874" v="286" actId="14100"/>
          <ac:grpSpMkLst>
            <pc:docMk/>
            <pc:sldMk cId="649189947" sldId="266"/>
            <ac:grpSpMk id="18" creationId="{2C40E643-9476-081C-0223-F9D44F99F3E1}"/>
          </ac:grpSpMkLst>
        </pc:grpChg>
        <pc:grpChg chg="add mod">
          <ac:chgData name="AMAN KUMAR SINGH" userId="c00a56aabce1c063" providerId="LiveId" clId="{9BB24850-12D9-44A3-BB32-8530426AE561}" dt="2025-04-29T15:38:33.983" v="256"/>
          <ac:grpSpMkLst>
            <pc:docMk/>
            <pc:sldMk cId="649189947" sldId="266"/>
            <ac:grpSpMk id="19" creationId="{2D919DE8-88B4-28A5-BC7B-1D6DA5EB4514}"/>
          </ac:grpSpMkLst>
        </pc:grpChg>
        <pc:grpChg chg="add mod">
          <ac:chgData name="AMAN KUMAR SINGH" userId="c00a56aabce1c063" providerId="LiveId" clId="{9BB24850-12D9-44A3-BB32-8530426AE561}" dt="2025-04-29T15:40:36.874" v="286" actId="14100"/>
          <ac:grpSpMkLst>
            <pc:docMk/>
            <pc:sldMk cId="649189947" sldId="266"/>
            <ac:grpSpMk id="22" creationId="{7104E6F5-9D68-B75E-417B-04D733CE7B2E}"/>
          </ac:grpSpMkLst>
        </pc:grpChg>
      </pc:sldChg>
      <pc:sldChg chg="add del ord">
        <pc:chgData name="AMAN KUMAR SINGH" userId="c00a56aabce1c063" providerId="LiveId" clId="{9BB24850-12D9-44A3-BB32-8530426AE561}" dt="2025-04-29T16:55:27.805" v="489" actId="2890"/>
        <pc:sldMkLst>
          <pc:docMk/>
          <pc:sldMk cId="496123755" sldId="267"/>
        </pc:sldMkLst>
      </pc:sldChg>
      <pc:sldChg chg="addSp delSp modSp add mod ord">
        <pc:chgData name="AMAN KUMAR SINGH" userId="c00a56aabce1c063" providerId="LiveId" clId="{9BB24850-12D9-44A3-BB32-8530426AE561}" dt="2025-04-29T17:04:19.313" v="560" actId="2711"/>
        <pc:sldMkLst>
          <pc:docMk/>
          <pc:sldMk cId="594150577" sldId="267"/>
        </pc:sldMkLst>
        <pc:spChg chg="mod">
          <ac:chgData name="AMAN KUMAR SINGH" userId="c00a56aabce1c063" providerId="LiveId" clId="{9BB24850-12D9-44A3-BB32-8530426AE561}" dt="2025-04-29T17:00:07.548" v="554" actId="20577"/>
          <ac:spMkLst>
            <pc:docMk/>
            <pc:sldMk cId="594150577" sldId="267"/>
            <ac:spMk id="2" creationId="{8B0B68A1-9A63-01AD-BE5F-68B17250A601}"/>
          </ac:spMkLst>
        </pc:spChg>
        <pc:spChg chg="del mod">
          <ac:chgData name="AMAN KUMAR SINGH" userId="c00a56aabce1c063" providerId="LiveId" clId="{9BB24850-12D9-44A3-BB32-8530426AE561}" dt="2025-04-29T16:58:09.585" v="537" actId="478"/>
          <ac:spMkLst>
            <pc:docMk/>
            <pc:sldMk cId="594150577" sldId="267"/>
            <ac:spMk id="3" creationId="{05D6A16A-68A0-0643-1161-DA1BE9BB2923}"/>
          </ac:spMkLst>
        </pc:spChg>
        <pc:spChg chg="del mod">
          <ac:chgData name="AMAN KUMAR SINGH" userId="c00a56aabce1c063" providerId="LiveId" clId="{9BB24850-12D9-44A3-BB32-8530426AE561}" dt="2025-04-29T16:58:09.585" v="537" actId="478"/>
          <ac:spMkLst>
            <pc:docMk/>
            <pc:sldMk cId="594150577" sldId="267"/>
            <ac:spMk id="4" creationId="{596DDF21-65B0-46D0-B3B2-0755D67BB510}"/>
          </ac:spMkLst>
        </pc:spChg>
        <pc:spChg chg="del mod topLvl">
          <ac:chgData name="AMAN KUMAR SINGH" userId="c00a56aabce1c063" providerId="LiveId" clId="{9BB24850-12D9-44A3-BB32-8530426AE561}" dt="2025-04-29T16:58:09.585" v="537" actId="478"/>
          <ac:spMkLst>
            <pc:docMk/>
            <pc:sldMk cId="594150577" sldId="267"/>
            <ac:spMk id="5" creationId="{ABAE608D-EE5D-59A8-69AE-4249D9FA5ED9}"/>
          </ac:spMkLst>
        </pc:spChg>
        <pc:spChg chg="del mod topLvl">
          <ac:chgData name="AMAN KUMAR SINGH" userId="c00a56aabce1c063" providerId="LiveId" clId="{9BB24850-12D9-44A3-BB32-8530426AE561}" dt="2025-04-29T16:58:09.585" v="537" actId="478"/>
          <ac:spMkLst>
            <pc:docMk/>
            <pc:sldMk cId="594150577" sldId="267"/>
            <ac:spMk id="6" creationId="{EDA2A107-32C7-DF09-7496-893E577FB348}"/>
          </ac:spMkLst>
        </pc:spChg>
        <pc:spChg chg="add mod">
          <ac:chgData name="AMAN KUMAR SINGH" userId="c00a56aabce1c063" providerId="LiveId" clId="{9BB24850-12D9-44A3-BB32-8530426AE561}" dt="2025-04-29T17:04:19.313" v="560" actId="2711"/>
          <ac:spMkLst>
            <pc:docMk/>
            <pc:sldMk cId="594150577" sldId="267"/>
            <ac:spMk id="9" creationId="{A9D0BE4B-7DA4-8DC1-1444-EC6FD02BBAB3}"/>
          </ac:spMkLst>
        </pc:spChg>
        <pc:grpChg chg="add del mod">
          <ac:chgData name="AMAN KUMAR SINGH" userId="c00a56aabce1c063" providerId="LiveId" clId="{9BB24850-12D9-44A3-BB32-8530426AE561}" dt="2025-04-29T16:58:09.585" v="537" actId="478"/>
          <ac:grpSpMkLst>
            <pc:docMk/>
            <pc:sldMk cId="594150577" sldId="267"/>
            <ac:grpSpMk id="8" creationId="{874DA125-3533-F35C-8377-89B2D95AC29B}"/>
          </ac:grpSpMkLst>
        </pc:grpChg>
      </pc:sldChg>
      <pc:sldMasterChg chg="modSldLayout">
        <pc:chgData name="AMAN KUMAR SINGH" userId="c00a56aabce1c063" providerId="LiveId" clId="{9BB24850-12D9-44A3-BB32-8530426AE561}" dt="2025-04-29T15:44:27.595" v="303"/>
        <pc:sldMasterMkLst>
          <pc:docMk/>
          <pc:sldMasterMk cId="0" sldId="2147483648"/>
        </pc:sldMasterMkLst>
        <pc:sldLayoutChg chg="setBg">
          <pc:chgData name="AMAN KUMAR SINGH" userId="c00a56aabce1c063" providerId="LiveId" clId="{9BB24850-12D9-44A3-BB32-8530426AE561}" dt="2025-04-29T15:44:27.595" v="303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619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3FC0-31A9-57DD-9320-30427AB2F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B279A-398F-E49F-7748-F2729DF80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15AF1-2348-163C-D7EB-2D8B1F6D8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3ED8-C5EB-451F-B36E-27D0BE922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04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D289-6488-84E1-DAE8-DA598F5A9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C030-7D18-8F1C-BA5D-C151DDC7B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40F26-003F-C34C-B7F0-463A17F55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B8355-C9F5-CC35-F43C-6421E6874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41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6F67-872D-69A0-50A6-0006B96C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A387F-718E-3960-28AD-7912C34CA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14910-CF2B-FFD5-021A-E63633AC2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8F832-2829-6C85-72A7-D28F4A872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34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karanmehra7107.github.io/My-Portfolio/index.html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manish2004_dataanalysis-excel-pivottable-activity-7316732062701391872-HSSC?utm_source=share&amp;utm_medium=member_desktop&amp;rcm=ACoAAEghUO0BktAFLC0Pct_Z6-DMLvvfYYw24lw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hyperlink" Target="file:///C:\Users\akuma\OneDrive\Music\Desktop\For%20Manish\RK23SHB37_Skill%20Based%20Assignment_INT217_ExcelProject.docx" TargetMode="External"/><Relationship Id="rId4" Type="http://schemas.openxmlformats.org/officeDocument/2006/relationships/hyperlink" Target="file:///C:\Users\akuma\OneDrive\Music\Desktop\For%20Manish\2019-2023_DATA_SA_Crash_Macro%20-%20Copy(AutoRecovered).xls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1069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Road Crash Data Analysis &amp; Visualization (South Australia, 2019–2023)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280190" y="6138982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6758298" y="6101956"/>
            <a:ext cx="302964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by Manish Kumar Singh</a:t>
            </a:r>
            <a:endParaRPr lang="en-US" sz="2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AA4055-B51A-AEEF-CA3A-8819D2031B94}"/>
              </a:ext>
            </a:extLst>
          </p:cNvPr>
          <p:cNvGrpSpPr/>
          <p:nvPr/>
        </p:nvGrpSpPr>
        <p:grpSpPr>
          <a:xfrm>
            <a:off x="6280189" y="4897083"/>
            <a:ext cx="7556421" cy="362903"/>
            <a:chOff x="6280189" y="4897083"/>
            <a:chExt cx="7556421" cy="362903"/>
          </a:xfrm>
        </p:grpSpPr>
        <p:sp>
          <p:nvSpPr>
            <p:cNvPr id="5" name="Text 2"/>
            <p:cNvSpPr/>
            <p:nvPr/>
          </p:nvSpPr>
          <p:spPr>
            <a:xfrm>
              <a:off x="6280189" y="4897083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Course Code: INT217          Lovely Professional University</a:t>
              </a:r>
              <a:endParaRPr lang="en-US" sz="1750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6D06A3-45B8-B2AD-B03C-5D8CFDF01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9122345" y="4968262"/>
              <a:ext cx="291724" cy="291724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29F98171-909E-1C3F-2B14-52645B36E06C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694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8366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3090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Purpose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68665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 road crashes to improve safety and awareness.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118366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50919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68665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Crash data helps identify risks and supports prevention.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2898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30906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Excel?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79727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User-friendly tool with powerful data analysis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6968"/>
            <a:ext cx="5679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69375"/>
            <a:ext cx="4196358" cy="1194673"/>
          </a:xfrm>
          <a:prstGeom prst="roundRect">
            <a:avLst>
              <a:gd name="adj" fmla="val 76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1. Identify crash trends over recent years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216962" y="3569375"/>
            <a:ext cx="4196358" cy="1194673"/>
          </a:xfrm>
          <a:prstGeom prst="roundRect">
            <a:avLst>
              <a:gd name="adj" fmla="val 76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51396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2. Analyze the trend of road accidents over time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9640133" y="3569375"/>
            <a:ext cx="4196358" cy="1194673"/>
          </a:xfrm>
          <a:prstGeom prst="roundRect">
            <a:avLst>
              <a:gd name="adj" fmla="val 76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74568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3. Assess impact of impaired driving on crash severity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90862"/>
            <a:ext cx="6408063" cy="831771"/>
          </a:xfrm>
          <a:prstGeom prst="roundRect">
            <a:avLst>
              <a:gd name="adj" fmla="val 109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8224" y="522529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4. Analyze severity levels across regions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667" y="4990862"/>
            <a:ext cx="6408063" cy="831771"/>
          </a:xfrm>
          <a:prstGeom prst="roundRect">
            <a:avLst>
              <a:gd name="adj" fmla="val 109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650223" y="522529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5. Evaluate traffic control measures' effectiveness</a:t>
            </a:r>
            <a:endParaRPr lang="en-US" sz="17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718DF1-DD48-3B5E-BCD0-08852AEDD9C6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6270"/>
            <a:ext cx="6779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Tools &amp; Methods Used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6280190" y="2479000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Pivot Tables &amp; Slicers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3323749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Efficient grouping and filtering of crash data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893493" y="2479000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Charts &amp; Visualization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893493" y="3323749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Visual tools to highlight trends and comparisons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1506795" y="2479000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Filter Using Slicer</a:t>
            </a:r>
            <a:endParaRPr lang="en-US" sz="22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6C2882-38CF-7E13-21AE-5BD1B744EC91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DE662B3-3ED6-B842-AB57-3155F258A31D}"/>
              </a:ext>
            </a:extLst>
          </p:cNvPr>
          <p:cNvSpPr/>
          <p:nvPr/>
        </p:nvSpPr>
        <p:spPr>
          <a:xfrm>
            <a:off x="11506794" y="3323749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/>
              <a:t>Slicers for interactive filtering (by year, suburb, DUI, etc.)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096938"/>
            <a:ext cx="11808187" cy="165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 1 – High-Risk Stats </a:t>
            </a:r>
          </a:p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Area / Suburbs / Postcodes</a:t>
            </a:r>
            <a:endParaRPr lang="en-US" sz="44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FD9956-39D7-DBB0-FC6B-6D0FA3F99EFE}"/>
              </a:ext>
            </a:extLst>
          </p:cNvPr>
          <p:cNvGrpSpPr/>
          <p:nvPr/>
        </p:nvGrpSpPr>
        <p:grpSpPr>
          <a:xfrm>
            <a:off x="793790" y="3454401"/>
            <a:ext cx="6244710" cy="2222659"/>
            <a:chOff x="793789" y="3811429"/>
            <a:chExt cx="6244710" cy="2222659"/>
          </a:xfrm>
        </p:grpSpPr>
        <p:sp>
          <p:nvSpPr>
            <p:cNvPr id="3" name="Text 1"/>
            <p:cNvSpPr/>
            <p:nvPr/>
          </p:nvSpPr>
          <p:spPr>
            <a:xfrm>
              <a:off x="793790" y="3811429"/>
              <a:ext cx="624470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Pivot Tables grouped data by suburb to calculate Total </a:t>
              </a:r>
              <a:r>
                <a:rPr lang="en-US" sz="1750" dirty="0" err="1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Casualities</a:t>
              </a:r>
              <a:r>
                <a:rPr lang="en-US" sz="17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.</a:t>
              </a:r>
              <a:endParaRPr lang="en-US" sz="175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793790" y="4741307"/>
              <a:ext cx="624470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Top Stats Area displayed in a bar chart for easy interpretation.</a:t>
              </a:r>
              <a:endParaRPr lang="en-US" sz="17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93789" y="5671185"/>
              <a:ext cx="6244709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Identifies hotspots for targeted safety interventions.</a:t>
              </a:r>
              <a:endParaRPr lang="en-US" sz="1750" dirty="0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8DB17034-F6D5-9D8D-5232-81DB2E6BAEBD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964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 2 – Crash Trends Over Time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5414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30906" y="3732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Date Extraction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22243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Used year/month fields from crash data for time analysis.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038963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530906" y="51168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Trend Insights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560724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Spikes observed in between </a:t>
            </a:r>
            <a:r>
              <a:rPr lang="en-IN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April to May every year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indicating seasonal effects.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05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 3 – Impaired Driving Impact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47829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705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Combination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419552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Combined DUI and drug data for unified analysis.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839176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5065990"/>
            <a:ext cx="3190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Severity Comparison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55640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Charts reveal higher severity in impaired driving crashes.</a:t>
            </a:r>
            <a:endParaRPr lang="en-US" sz="175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EF02157-3DF7-0CB5-D02D-22945A2042C5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278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 4 – Regional Severity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685580"/>
            <a:ext cx="7556421" cy="1194673"/>
          </a:xfrm>
          <a:prstGeom prst="roundRect">
            <a:avLst>
              <a:gd name="adj" fmla="val 76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14624" y="3920014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Grouped crashes by Local Government Area (LGA) to identify severity variations.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107067"/>
            <a:ext cx="7556421" cy="1194673"/>
          </a:xfrm>
          <a:prstGeom prst="roundRect">
            <a:avLst>
              <a:gd name="adj" fmla="val 76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14624" y="534150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Stacked bars illustrate distribution of severity levels per region.</a:t>
            </a:r>
            <a:endParaRPr lang="en-US" sz="175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7B9A41E-5405-EAD3-CD9D-93E0ED537321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9866"/>
            <a:ext cx="107136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 5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28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Analyzed impact of traffic control types on crash severity.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9227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“No Control” zones linked to more severe outcomes.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28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Dashboard uses slicers for interactive data exploration.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9227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Pivot summaries provide quick insights.</a:t>
            </a:r>
            <a:endParaRPr lang="en-US" sz="17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9B3472-D025-F600-4D32-E0E34E452093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CCEC-1361-0430-175A-7D8AB721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FA34B6-820D-F99E-1AEB-4DD8C372E1EC}"/>
              </a:ext>
            </a:extLst>
          </p:cNvPr>
          <p:cNvSpPr/>
          <p:nvPr/>
        </p:nvSpPr>
        <p:spPr>
          <a:xfrm>
            <a:off x="793790" y="260683"/>
            <a:ext cx="107136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 Overview</a:t>
            </a:r>
            <a:endParaRPr lang="en-US" sz="44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35E06C-221B-A258-A64E-533C3C798809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8E10CF-C525-A9DA-74ED-C8C0656B1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121" y="1142629"/>
            <a:ext cx="11578157" cy="682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4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DBB1-587D-0800-2CDF-F038BCACF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D9F008D-7E68-8BC6-5859-502B4DA4CEE0}"/>
              </a:ext>
            </a:extLst>
          </p:cNvPr>
          <p:cNvGrpSpPr/>
          <p:nvPr/>
        </p:nvGrpSpPr>
        <p:grpSpPr>
          <a:xfrm>
            <a:off x="1217053" y="946060"/>
            <a:ext cx="5589430" cy="1508438"/>
            <a:chOff x="1081825" y="6065949"/>
            <a:chExt cx="4488288" cy="824248"/>
          </a:xfrm>
        </p:grpSpPr>
        <p:sp>
          <p:nvSpPr>
            <p:cNvPr id="7" name="Rectangle: Rounded Corners 6">
              <a:hlinkClick r:id="rId3"/>
              <a:extLst>
                <a:ext uri="{FF2B5EF4-FFF2-40B4-BE49-F238E27FC236}">
                  <a16:creationId xmlns:a16="http://schemas.microsoft.com/office/drawing/2014/main" id="{E4217119-F4F8-D836-1E01-2AEE67DA0C98}"/>
                </a:ext>
              </a:extLst>
            </p:cNvPr>
            <p:cNvSpPr/>
            <p:nvPr/>
          </p:nvSpPr>
          <p:spPr>
            <a:xfrm>
              <a:off x="1081825" y="6065949"/>
              <a:ext cx="3625403" cy="824248"/>
            </a:xfrm>
            <a:prstGeom prst="roundRect">
              <a:avLst/>
            </a:prstGeom>
            <a:solidFill>
              <a:srgbClr val="1516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800" b="1" u="sng" dirty="0">
                  <a:solidFill>
                    <a:srgbClr val="F8ECE4"/>
                  </a:solidFill>
                </a:rPr>
                <a:t>Go to </a:t>
              </a:r>
              <a:r>
                <a:rPr lang="en-IN" sz="2800" b="1" u="sng" dirty="0" err="1">
                  <a:solidFill>
                    <a:srgbClr val="F8ECE4"/>
                  </a:solidFill>
                </a:rPr>
                <a:t>Linkedin</a:t>
              </a:r>
              <a:r>
                <a:rPr lang="en-IN" sz="2800" b="1" u="sng" dirty="0">
                  <a:solidFill>
                    <a:srgbClr val="F8ECE4"/>
                  </a:solidFill>
                </a:rPr>
                <a:t> Post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6D6047FC-2CC0-5004-EDF7-430CA444A737}"/>
                </a:ext>
              </a:extLst>
            </p:cNvPr>
            <p:cNvSpPr/>
            <p:nvPr/>
          </p:nvSpPr>
          <p:spPr>
            <a:xfrm>
              <a:off x="4707228" y="6065949"/>
              <a:ext cx="862885" cy="824248"/>
            </a:xfrm>
            <a:prstGeom prst="rightArrow">
              <a:avLst/>
            </a:prstGeom>
            <a:solidFill>
              <a:srgbClr val="1516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40E643-9476-081C-0223-F9D44F99F3E1}"/>
              </a:ext>
            </a:extLst>
          </p:cNvPr>
          <p:cNvGrpSpPr/>
          <p:nvPr/>
        </p:nvGrpSpPr>
        <p:grpSpPr>
          <a:xfrm>
            <a:off x="1217053" y="3276598"/>
            <a:ext cx="5589432" cy="1508439"/>
            <a:chOff x="1217051" y="2189408"/>
            <a:chExt cx="4488290" cy="103031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6A7DC51-265D-D060-4646-EC784F6700B5}"/>
                </a:ext>
              </a:extLst>
            </p:cNvPr>
            <p:cNvSpPr/>
            <p:nvPr/>
          </p:nvSpPr>
          <p:spPr>
            <a:xfrm rot="10800000" flipH="1" flipV="1">
              <a:off x="1217051" y="2189408"/>
              <a:ext cx="3625403" cy="1030310"/>
            </a:xfrm>
            <a:prstGeom prst="roundRect">
              <a:avLst/>
            </a:prstGeom>
            <a:solidFill>
              <a:srgbClr val="1516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rtl="0" eaLnBrk="1" latinLnBrk="0" hangingPunct="1"/>
              <a:r>
                <a:rPr lang="en-IN" sz="2800" b="1" kern="1200" dirty="0">
                  <a:solidFill>
                    <a:srgbClr val="F8ECE4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  <a:hlinkClick r:id="rId4" action="ppaction://hlinkfil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Go to Excel Dashboard </a:t>
              </a:r>
              <a:endParaRPr lang="en-IN" sz="2800" b="1" dirty="0">
                <a:solidFill>
                  <a:srgbClr val="F8ECE4"/>
                </a:solidFill>
                <a:effectLst/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2FD9C0DD-98B6-DF4E-815D-846CF2152CCF}"/>
                </a:ext>
              </a:extLst>
            </p:cNvPr>
            <p:cNvSpPr/>
            <p:nvPr/>
          </p:nvSpPr>
          <p:spPr>
            <a:xfrm>
              <a:off x="4842456" y="2189408"/>
              <a:ext cx="862885" cy="1030310"/>
            </a:xfrm>
            <a:prstGeom prst="rightArrow">
              <a:avLst/>
            </a:prstGeom>
            <a:solidFill>
              <a:srgbClr val="1516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04E6F5-9D68-B75E-417B-04D733CE7B2E}"/>
              </a:ext>
            </a:extLst>
          </p:cNvPr>
          <p:cNvGrpSpPr/>
          <p:nvPr/>
        </p:nvGrpSpPr>
        <p:grpSpPr>
          <a:xfrm>
            <a:off x="1217053" y="5607137"/>
            <a:ext cx="5589432" cy="1508439"/>
            <a:chOff x="1217051" y="2189408"/>
            <a:chExt cx="4488290" cy="103031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FA55EA3-ED0D-32DD-4602-1BBE3950EDB7}"/>
                </a:ext>
              </a:extLst>
            </p:cNvPr>
            <p:cNvSpPr/>
            <p:nvPr/>
          </p:nvSpPr>
          <p:spPr>
            <a:xfrm rot="10800000" flipH="1" flipV="1">
              <a:off x="1217051" y="2189408"/>
              <a:ext cx="3625403" cy="1030310"/>
            </a:xfrm>
            <a:prstGeom prst="roundRect">
              <a:avLst/>
            </a:prstGeom>
            <a:solidFill>
              <a:srgbClr val="1516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rtl="0" eaLnBrk="1" latinLnBrk="0" hangingPunct="1"/>
              <a:r>
                <a:rPr lang="en-IN" sz="2800" b="1" u="sng" kern="1200" dirty="0">
                  <a:solidFill>
                    <a:srgbClr val="F8ECE4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  <a:hlinkClick r:id="rId5" action="ppaction://hlinkfil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Go to Report of Project</a:t>
              </a:r>
              <a:endParaRPr lang="en-IN" sz="2800" b="1" u="sng" dirty="0">
                <a:solidFill>
                  <a:srgbClr val="F8ECE4"/>
                </a:solidFill>
                <a:effectLst/>
              </a:endParaRP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2D540B85-5DCA-EDA1-C805-6135C1B300B7}"/>
                </a:ext>
              </a:extLst>
            </p:cNvPr>
            <p:cNvSpPr/>
            <p:nvPr/>
          </p:nvSpPr>
          <p:spPr>
            <a:xfrm>
              <a:off x="4842456" y="2189408"/>
              <a:ext cx="862885" cy="1030310"/>
            </a:xfrm>
            <a:prstGeom prst="rightArrow">
              <a:avLst/>
            </a:prstGeom>
            <a:solidFill>
              <a:srgbClr val="1516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FF34B7DD-E80D-2312-7801-35064E979CB7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189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F5C4D-6BD6-B0C6-4807-88F9C13F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0B68A1-9A63-01AD-BE5F-68B17250A601}"/>
              </a:ext>
            </a:extLst>
          </p:cNvPr>
          <p:cNvSpPr/>
          <p:nvPr/>
        </p:nvSpPr>
        <p:spPr>
          <a:xfrm>
            <a:off x="2242720" y="989220"/>
            <a:ext cx="107136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35FE67-ABF8-D7FD-96BC-59359326A2A5}"/>
              </a:ext>
            </a:extLst>
          </p:cNvPr>
          <p:cNvSpPr/>
          <p:nvPr/>
        </p:nvSpPr>
        <p:spPr>
          <a:xfrm>
            <a:off x="12621846" y="7713785"/>
            <a:ext cx="2008554" cy="515815"/>
          </a:xfrm>
          <a:prstGeom prst="ellips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0BE4B-7DA4-8DC1-1444-EC6FD02BBAB3}"/>
              </a:ext>
            </a:extLst>
          </p:cNvPr>
          <p:cNvSpPr txBox="1"/>
          <p:nvPr/>
        </p:nvSpPr>
        <p:spPr>
          <a:xfrm>
            <a:off x="957384" y="3637746"/>
            <a:ext cx="12715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Montserrat Black" panose="00000A00000000000000" pitchFamily="2" charset="0"/>
              </a:rPr>
              <a:t>Grateful for your guidance Mam — Excel finally makes sense thanks to you.</a:t>
            </a:r>
            <a:endParaRPr lang="en-IN" sz="2800" dirty="0">
              <a:latin typeface="Montserrat Black" panose="00000A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15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358</Words>
  <Application>Microsoft Office PowerPoint</Application>
  <PresentationFormat>Custom</PresentationFormat>
  <Paragraphs>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Inconsolata Bold</vt:lpstr>
      <vt:lpstr>Inconsolata</vt:lpstr>
      <vt:lpstr>Arial</vt:lpstr>
      <vt:lpstr>Calibri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KUMAR SINGH</cp:lastModifiedBy>
  <cp:revision>1</cp:revision>
  <dcterms:created xsi:type="dcterms:W3CDTF">2025-04-29T15:06:58Z</dcterms:created>
  <dcterms:modified xsi:type="dcterms:W3CDTF">2025-04-29T17:47:32Z</dcterms:modified>
</cp:coreProperties>
</file>